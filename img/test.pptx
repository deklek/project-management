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media/image-2-10.svg" ContentType="image/svg+xml"/>
  <Override PartName="/ppt/media/image-2-2.svg" ContentType="image/svg+xml"/>
  <Override PartName="/ppt/media/image-2-4.svg" ContentType="image/svg+xml"/>
  <Override PartName="/ppt/media/image-2-6.svg" ContentType="image/svg+xml"/>
  <Override PartName="/ppt/media/image-2-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30A18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30A18"/>
                </a:solidFill>
                <a:latin typeface="Arial"/>
              </a:rPr>
              <a:t>Estimated Deck Composition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Number of cards</c:v>
                </c:pt>
              </c:strCache>
            </c:strRef>
          </c:tx>
          <c:spPr>
            <a:solidFill>
              <a:srgbClr val="97B1D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Sheet1!$A$2:$A$8</c:f>
              <c:multiLvlStrCache>
                <c:ptCount val="7"/>
                <c:lvl>
                  <c:pt idx="0">
                    <c:v>Lands</c:v>
                  </c:pt>
                  <c:pt idx="1">
                    <c:v>Ramp/Fixing</c:v>
                  </c:pt>
                  <c:pt idx="2">
                    <c:v>Multicoloured Creatures</c:v>
                  </c:pt>
                  <c:pt idx="3">
                    <c:v>Token Generators</c:v>
                  </c:pt>
                  <c:pt idx="4">
                    <c:v>Counters/Proliferate</c:v>
                  </c:pt>
                  <c:pt idx="5">
                    <c:v>Removal</c:v>
                  </c:pt>
                  <c:pt idx="6">
                    <c:v>Card Draw/Utility</c:v>
                  </c:pt>
                </c:lvl>
              </c:multiLvlStrCache>
            </c:multiLvl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38</c:v>
                </c:pt>
                <c:pt idx="1">
                  <c:v>15</c:v>
                </c:pt>
                <c:pt idx="2">
                  <c:v>22</c:v>
                </c:pt>
                <c:pt idx="3">
                  <c:v>10</c:v>
                </c:pt>
                <c:pt idx="4">
                  <c:v>8</c:v>
                </c:pt>
                <c:pt idx="5">
                  <c:v>7</c:v>
                </c:pt>
                <c:pt idx="6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Card Category</a:t>
                </a:r>
              </a:p>
            </c:rich>
          </c:tx>
          <c:layout/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97B1D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# of Cards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97B1DF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30A1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p/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3.png"/><Relationship Id="rId4" Type="http://schemas.openxmlformats.org/officeDocument/2006/relationships/image" Target="../media/image-2-4.svg"/><Relationship Id="rId5" Type="http://schemas.openxmlformats.org/officeDocument/2006/relationships/image" Target="../media/image-2-5.png"/><Relationship Id="rId6" Type="http://schemas.openxmlformats.org/officeDocument/2006/relationships/image" Target="../media/image-2-6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image" Target="../media/image-2-9.png"/><Relationship Id="rId10" Type="http://schemas.openxmlformats.org/officeDocument/2006/relationships/image" Target="../media/image-2-10.sv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hyperlink" Target="https://gatherer.wizards.com/EOE/en-us/219/infinite-guideline-station#:~:text=When%20Infinite%20Guideline%20Station%20enters%2C,each%20multicolored%20permanent%20you%20contro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hyperlink" Target="https://manapool.com/card/pip/339/caesar-legion's-emperor#:~:text=Legendary%20Creature%20%E2%80%94%20Human%20Soldier" TargetMode="External"/><Relationship Id="rId2" Type="http://schemas.openxmlformats.org/officeDocument/2006/relationships/hyperlink" Target="https://edhrec.com/guides/world-shaper-edge-of-eternities-precon-guide#:~:text=With%20World%20Shaper%2C%20our%20goal,above%20with%20the%20same%20land" TargetMode="External"/><Relationship Id="rId3" Type="http://schemas.openxmlformats.org/officeDocument/2006/relationships/hyperlink" Target="https://draftsim.com/counter-intelligence-upgrade-guide/#:~:text=As%20the%20name%20suggests%2C%20the,face%20commander%2C%20Inspirit%2C%20Flagship%20Vessel" TargetMode="External"/><Relationship Id="rId4" Type="http://schemas.openxmlformats.org/officeDocument/2006/relationships/hyperlink" Target="https://gatherer.wizards.com/AFC/en-us/2/prosper-tome-bound#:~:text=Deathtouch%20Mystic%20Arcanum%20,exile%2C%20create%20a%20Treasure%20token" TargetMode="Externa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hyperlink" Target="https://gatherer.wizards.com/MH2/en-us/198/general-ferrous-rokiric#:~:text=rules%20Text" TargetMode="External"/><Relationship Id="rId2" Type="http://schemas.openxmlformats.org/officeDocument/2006/relationships/hyperlink" Target="https://gatherer.wizards.com/EOE/en-us/117/susurian-dirgecraft#:~:text=When%20this%20Spacecraft%20enters%2C%20each,Flying" TargetMode="External"/><Relationship Id="rId3" Type="http://schemas.openxmlformats.org/officeDocument/2006/relationships/hyperlink" Target="https://gatherer.wizards.com/EOE/en-us/32/rescue-skiff#:~:text=When%20this%20Spacecraft%20enters%2C%20return,Flying" TargetMode="External"/><Relationship Id="rId4" Type="http://schemas.openxmlformats.org/officeDocument/2006/relationships/hyperlink" Target="https://gatherer.wizards.com/EOE/en-us/249/wurmwall-sweeper#:~:text=When%20this%20Spacecraft%20enters%2C%20surveil,Flying" TargetMode="External"/><Relationship Id="rId5" Type="http://schemas.openxmlformats.org/officeDocument/2006/relationships/hyperlink" Target="https://gatherer.wizards.com/EOC/en-us/2/inspirit-flagship-vessel#:~:text=Station%20,control%20have%20hexproof%20and%20indestructible" TargetMode="External"/><Relationship Id="rId6" Type="http://schemas.openxmlformats.org/officeDocument/2006/relationships/hyperlink" Target="https://gatherer.wizards.com/EOC/en-us/132/coretapper#:~:text=%3A%20Put%20a%20charge%20counter,charge%20counters%20on%20target%20artifact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hyperlink" Target="https://gatherer.wizards.com/MH2/en-us/198/general-ferrous-rokiric#:~:text=rules%20Text" TargetMode="External"/><Relationship Id="rId2" Type="http://schemas.openxmlformats.org/officeDocument/2006/relationships/hyperlink" Target="https://gatherer.wizards.com/ELD/en-us/190/faeburrow-elder#:~:text=Vigilance%20This%20creature%20gets%20%2B1%2F%2B1,one%20mana%20of%20that%20color" TargetMode="External"/><Relationship Id="rId3" Type="http://schemas.openxmlformats.org/officeDocument/2006/relationships/hyperlink" Target="https://gatherer.wizards.com/MKM/en-us/418/leyline-of-the-guildpact#:~:text=If%20this%20card%20is%20in,addition%20to%20their%20other%20types" TargetMode="External"/><Relationship Id="rId4" Type="http://schemas.openxmlformats.org/officeDocument/2006/relationships/hyperlink" Target="https://gatherer.wizards.com/EMA/en-us/196/baleful-strix#:~:text=rules%20Text" TargetMode="External"/><Relationship Id="rId5" Type="http://schemas.openxmlformats.org/officeDocument/2006/relationships/hyperlink" Target="https://gatherer.wizards.com/AFC/en-us/2/prosper-tome-bound#:~:text=Deathtouch%20Mystic%20Arcanum%20,exile%2C%20create%20a%20Treasure%20token" TargetMode="External"/><Relationship Id="rId6" Type="http://schemas.openxmlformats.org/officeDocument/2006/relationships/hyperlink" Target="https://manapool.com/card/pip/339/caesar-legion's-emperor#:~:text=Legendary%20Creature%20%E2%80%94%20Human%20Soldier" TargetMode="External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hyperlink" Target="https://gatherer.wizards.com/EOE/en-us/219/infinite-guideline-station#:~:text=When%20Infinite%20Guideline%20Station%20enters%2C,each%20multicolored%20permanent%20you%20control" TargetMode="External"/><Relationship Id="rId2" Type="http://schemas.openxmlformats.org/officeDocument/2006/relationships/hyperlink" Target="https://manapool.com/card/pip/339/caesar-legion's-emperor#:~:text=Legendary%20Creature%20%E2%80%94%20Human%20Soldier" TargetMode="External"/><Relationship Id="rId3" Type="http://schemas.openxmlformats.org/officeDocument/2006/relationships/hyperlink" Target="https://edhrec.com/guides/world-shaper-edge-of-eternities-precon-guide#:~:text=With%20World%20Shaper%2C%20our%20goal,above%20with%20the%20same%20land" TargetMode="External"/><Relationship Id="rId4" Type="http://schemas.openxmlformats.org/officeDocument/2006/relationships/hyperlink" Target="https://draftsim.com/counter-intelligence-upgrade-guide/#:~:text=As%20the%20name%20suggests%2C%20the,face%20commander%2C%20Inspirit%2C%20Flagship%20Vessel" TargetMode="External"/><Relationship Id="rId5" Type="http://schemas.openxmlformats.org/officeDocument/2006/relationships/hyperlink" Target="https://gatherer.wizards.com/AFC/en-us/2/prosper-tome-bound#:~:text=Deathtouch%20Mystic%20Arcanum%20,exile%2C%20create%20a%20Treasure%20token" TargetMode="External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oai/share/14992c4c-c1b4-450e-b43d-c06359c9728f.png">    </p:cNvPr>
          <p:cNvPicPr>
            <a:picLocks noChangeAspect="1"/>
          </p:cNvPicPr>
          <p:nvPr/>
        </p:nvPicPr>
        <p:blipFill>
          <a:blip r:embed="rId1"/>
          <a:srcRect l="0" r="0" t="2128" b="2128"/>
          <a:stretch/>
        </p:blipFill>
        <p:spPr>
          <a:xfrm>
            <a:off x="4846320" y="365760"/>
            <a:ext cx="4297680" cy="41148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65760" y="164592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 Guideline Station</a:t>
            </a:r>
            <a:endParaRPr lang="en-US" sz="3600" dirty="0"/>
          </a:p>
        </p:txBody>
      </p:sp>
      <p:sp>
        <p:nvSpPr>
          <p:cNvPr id="4" name="Text 1"/>
          <p:cNvSpPr/>
          <p:nvPr/>
        </p:nvSpPr>
        <p:spPr>
          <a:xfrm>
            <a:off x="365760" y="274320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97B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Multicoloured Synergy &amp; Precon Integration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365760" y="411480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7B1D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August 4, 2025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400" dirty="0"/>
          </a:p>
        </p:txBody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48640" y="1188720"/>
            <a:ext cx="320040" cy="3200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005840" y="118872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 overview</a:t>
            </a:r>
            <a:endParaRPr lang="en-US" sz="120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48640" y="1737360"/>
            <a:ext cx="320040" cy="32004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1005840" y="173736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 synergy analysis</a:t>
            </a:r>
            <a:endParaRPr lang="en-US" sz="1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8640" y="2286000"/>
            <a:ext cx="320040" cy="32004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1005840" y="228600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cards &amp; recommendations</a:t>
            </a:r>
            <a:endParaRPr lang="en-US" sz="1200" dirty="0"/>
          </a:p>
        </p:txBody>
      </p:sp>
      <p:pic>
        <p:nvPicPr>
          <p:cNvPr id="9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48640" y="2834640"/>
            <a:ext cx="320040" cy="320040"/>
          </a:xfrm>
          <a:prstGeom prst="rect">
            <a:avLst/>
          </a:prstGeom>
        </p:spPr>
      </p:pic>
      <p:sp>
        <p:nvSpPr>
          <p:cNvPr id="10" name="Text 4"/>
          <p:cNvSpPr/>
          <p:nvPr/>
        </p:nvSpPr>
        <p:spPr>
          <a:xfrm>
            <a:off x="1005840" y="28346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composition</a:t>
            </a:r>
            <a:endParaRPr lang="en-US" sz="1200" dirty="0"/>
          </a:p>
        </p:txBody>
      </p:sp>
      <p:pic>
        <p:nvPicPr>
          <p:cNvPr id="11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548640" y="3383280"/>
            <a:ext cx="320040" cy="320040"/>
          </a:xfrm>
          <a:prstGeom prst="rect">
            <a:avLst/>
          </a:prstGeom>
        </p:spPr>
      </p:pic>
      <p:sp>
        <p:nvSpPr>
          <p:cNvPr id="12" name="Text 5"/>
          <p:cNvSpPr/>
          <p:nvPr/>
        </p:nvSpPr>
        <p:spPr>
          <a:xfrm>
            <a:off x="1005840" y="3383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Commander: Infinite Guideline Station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65760" y="1280160"/>
            <a:ext cx="4389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Legendary Artifact – Vehicle (WUBRG)
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365760" y="1737360"/>
            <a:ext cx="438912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Enters: create a tapped 2/2 Robot for each multicoloured permanent you control.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Tap another creature: add charge counters equal to its power.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charge counters: becomes a 5/5 flying artefact creature.</a:t>
            </a:r>
            <a:endParaRPr lang="en-US" sz="1200" dirty="0"/>
          </a:p>
          <a:p>
            <a:pPr marL="190500" indent="-190500">
              <a:buSzPct val="100000"/>
              <a:buChar char="•"/>
            </a:pPr>
            <a:r>
              <a:rPr lang="en-US" sz="12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When it attacks: draw for each multicoloured permanent you control.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029200" y="1097280"/>
            <a:ext cx="3840480" cy="3200400"/>
          </a:xfrm>
          <a:prstGeom prst="roundRect">
            <a:avLst>
              <a:gd name="adj" fmla="val 1429"/>
            </a:avLst>
          </a:prstGeom>
          <a:solidFill>
            <a:srgbClr val="F5F5F5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5212080" y="1280160"/>
            <a:ext cx="3474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</a:rPr>
              <a:t>Deck Goals
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212080" y="1645920"/>
            <a:ext cx="3474720" cy="2468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1. Maximise multicoloured permanents to generate Robots and card draw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2. Produce token creatures to fuel charge counters
</a:t>
            </a:r>
            <a:pPr indent="0" marL="0">
              <a:buNone/>
            </a:pPr>
            <a:r>
              <a:rPr lang="en-US" sz="1200" dirty="0">
                <a:solidFill>
                  <a:srgbClr val="030A18"/>
                </a:solidFill>
              </a:rPr>
              <a:t>3. Transition into an evasive creature and overwhelm opponents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45948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[1]</a:t>
            </a:r>
            <a:endParaRPr lang="en-US" sz="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Preconstructed Deck Synergies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274320" y="137160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CE8E8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41148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Caesar, Legion's Emperor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41148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Attack trigger sacrifices another creature and chooses two of: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• create two 1/1 soldiers, tapped &amp; attacking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• draw a card and lose 1 life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• deal damage equal to tokens you control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
Generates expendable tokens and card advantage that feed the Station.
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480560" y="137160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E8F7E8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4617720" y="146304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World Shaper Precon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617720" y="173736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Jund deck moves lands between zones to trigger landfall &amp; sacrifice effects.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Runs 40+ lands with sacrifice abilities like Fabled Passage &amp; Myriad Landscape.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Payoffs such as Baloth Prime, Juri &amp; Korvold reward sacrifice &amp; token creation.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
Provides midrange removal and domain synergy for multicoloured permanents.
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74320" y="31089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E8E9FC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41148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Counter Intelligence Precon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Jeskai deck focuses on +1/+1 &amp; charge counters with proliferate support.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Engines like Insight Engine &amp; Empowered Autogenerator accumulate counters.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Win cons: Darksteel Reactor &amp; Lux Artillery; token subtheme via Titan Forge.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
Adds counter production and token outlets to accelerate Station's charge.
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4480560" y="3108960"/>
            <a:ext cx="3840480" cy="1463040"/>
          </a:xfrm>
          <a:prstGeom prst="roundRect">
            <a:avLst>
              <a:gd name="adj" fmla="val 3125"/>
            </a:avLst>
          </a:prstGeom>
          <a:solidFill>
            <a:srgbClr val="F7F2E8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4617720" y="320040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Prosper, Tome‑Bound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617720" y="3474720"/>
            <a:ext cx="35661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Rakdos value engine; deathtouch ensures it survives combat.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Exiles the top card each end step; you may play it until end of your next turn.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Whenever you play a card from exile, create a Treasure token.
</a:t>
            </a:r>
            <a:pPr indent="0" marL="0">
              <a:buNone/>
            </a:pPr>
            <a:r>
              <a:rPr lang="en-US" sz="800" dirty="0">
                <a:solidFill>
                  <a:srgbClr val="030A18"/>
                </a:solidFill>
              </a:rPr>
              <a:t>
Provides treasure ramp &amp; card advantage from exile to support multicolour spells.
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274320" y="45948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[2]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   [3]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   [4]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   [5]</a:t>
            </a:r>
            <a:endParaRPr lang="en-US" sz="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Synergy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731520" y="2011680"/>
            <a:ext cx="2011680" cy="1463040"/>
          </a:xfrm>
          <a:prstGeom prst="ellipse">
            <a:avLst/>
          </a:prstGeom>
          <a:solidFill>
            <a:srgbClr val="DCE6F7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86868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A18"/>
                </a:solidFill>
              </a:rPr>
              <a:t>Multicoloured Permanents
</a:t>
            </a:r>
            <a:pPr algn="ctr" indent="0" marL="0">
              <a:buNone/>
            </a:pPr>
            <a:r>
              <a:rPr lang="en-US" sz="900" b="1" dirty="0">
                <a:solidFill>
                  <a:srgbClr val="030A18"/>
                </a:solidFill>
              </a:rPr>
              <a:t>+ token makers
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0" y="2011680"/>
            <a:ext cx="2011680" cy="1463040"/>
          </a:xfrm>
          <a:prstGeom prst="ellipse">
            <a:avLst/>
          </a:prstGeom>
          <a:solidFill>
            <a:srgbClr val="E9F7DC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379476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A18"/>
                </a:solidFill>
              </a:rPr>
              <a:t>Tokens &amp; Sacrifice
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6583680" y="2011680"/>
            <a:ext cx="2011680" cy="1463040"/>
          </a:xfrm>
          <a:prstGeom prst="ellipse">
            <a:avLst/>
          </a:prstGeom>
          <a:solidFill>
            <a:srgbClr val="FFF4D5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6720840" y="2377440"/>
            <a:ext cx="1737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0A18"/>
                </a:solidFill>
              </a:rPr>
              <a:t>Counters &amp; Charge
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697480" y="2697480"/>
            <a:ext cx="1005840" cy="91440"/>
          </a:xfrm>
          <a:prstGeom prst="rightArrow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10" name="Shape 8"/>
          <p:cNvSpPr/>
          <p:nvPr/>
        </p:nvSpPr>
        <p:spPr>
          <a:xfrm>
            <a:off x="5623560" y="2697480"/>
            <a:ext cx="1005840" cy="91440"/>
          </a:xfrm>
          <a:prstGeom prst="rightArrow">
            <a:avLst/>
          </a:prstGeom>
          <a:solidFill>
            <a:srgbClr val="97B1DF"/>
          </a:solidFill>
          <a:ln w="12700">
            <a:solidFill>
              <a:srgbClr val="97B1DF"/>
            </a:solidFill>
            <a:prstDash val="solid"/>
          </a:ln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54864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800" dirty="0">
                <a:solidFill>
                  <a:srgbClr val="030A18"/>
                </a:solidFill>
              </a:rPr>
              <a:t>Spacecraft ETBs provide value: Rescue Skiff reanimates, Dirgecraft forces sacrifices and Sweeper surveils.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48640" y="41605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800" dirty="0">
                <a:solidFill>
                  <a:srgbClr val="030A18"/>
                </a:solidFill>
              </a:rPr>
              <a:t>Multicoloured permanents: Leyline of the Guildpact makes your artifacts all colours to trigger Ferrous Rokiric &amp; Station tokens.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54864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800" dirty="0">
                <a:solidFill>
                  <a:srgbClr val="030A18"/>
                </a:solidFill>
              </a:rPr>
              <a:t>Counters &amp; proliferate: Coretapper, Thrummingbird and Inspirit add or move charge counters to accelerate transformation.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65760" y="45948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[6]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   [7]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   [8]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   [9]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   [10]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   [11]</a:t>
            </a:r>
            <a:endParaRPr lang="en-US" sz="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Cards &amp; Recommendations</a:t>
            </a:r>
            <a:endParaRPr lang="en-US" sz="2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463040"/>
          <a:ext cx="8229600" cy="2743200"/>
        </p:xfrm>
        <a:graphic>
          <a:graphicData uri="http://schemas.openxmlformats.org/drawingml/2006/table">
            <a:tbl>
              <a:tblPr/>
              <a:tblGrid>
                <a:gridCol w="2286000"/>
                <a:gridCol w="2011680"/>
                <a:gridCol w="3931920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Card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Role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Synergy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7B1D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General Ferrous Rokiric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producer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4/4 Golem token whenever you cast a multicoloured spell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Faeburrow Elder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Ramp &amp; body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+1/+1 per colour among permanents; taps for all colours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Leyline of the Guildpact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Colour fixer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Makes all nonland permanents all colours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Baleful Strix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Draw &amp; defence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Flying, deathtouch; draws a card on entry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Prosper, Tome‑Bound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Treasure engine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Plays from exile &amp; generates Treasure tokens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Caesar, Legion's Emperor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Token &amp; sac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30A1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Optionally create soldiers, draw cards or deal damage on attack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7B1D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948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[9]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   [10]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   [11]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   [12]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   [13]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6"/>
              </a:rPr>
              <a:t>   [14]</a:t>
            </a:r>
            <a:endParaRPr lang="en-US" sz="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Deck Composition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731520" y="1828800"/>
          <a:ext cx="7772400" cy="2743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Conclusions &amp; Next Steps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900" dirty="0">
                <a:solidFill>
                  <a:srgbClr val="030A18"/>
                </a:solidFill>
              </a:rPr>
              <a:t>Multicoloured permanents are the engine: they produce Robots, Golems and extra cards.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548640" y="19659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900" dirty="0">
                <a:solidFill>
                  <a:srgbClr val="030A18"/>
                </a:solidFill>
              </a:rPr>
              <a:t>Tokens provide the fuel: sacrifice them for Caesar's power and tap them to charge the Station.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900" dirty="0">
                <a:solidFill>
                  <a:srgbClr val="030A18"/>
                </a:solidFill>
              </a:rPr>
              <a:t>Counters accelerate victory: proliferate charge counters and watch the Station take flight.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48640" y="2788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900" dirty="0">
                <a:solidFill>
                  <a:srgbClr val="030A18"/>
                </a:solidFill>
              </a:rPr>
              <a:t>Blend precon themes: combine land‑sacrifice, exile treasuring and counter engines into one cohesive strategy.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54864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90500" indent="-190500">
              <a:buSzPct val="100000"/>
              <a:buChar char="•"/>
            </a:pPr>
            <a:r>
              <a:rPr lang="en-US" sz="900" dirty="0">
                <a:solidFill>
                  <a:srgbClr val="030A18"/>
                </a:solidFill>
              </a:rPr>
              <a:t>Refine your list: adjust removal, mana fixing and threat density to suit your meta and playstyle.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365760" y="459486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1"/>
              </a:rPr>
              <a:t>[15]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2"/>
              </a:rPr>
              <a:t>   [16]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3"/>
              </a:rPr>
              <a:t>   [17]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4"/>
              </a:rPr>
              <a:t>   [18]</a:t>
            </a:r>
            <a:pPr algn="l" indent="0" marL="0">
              <a:buNone/>
            </a:pPr>
            <a:r>
              <a:rPr lang="en-US" sz="600" u="sng" dirty="0">
                <a:solidFill>
                  <a:srgbClr val="97B1DF"/>
                </a:solidFill>
                <a:hlinkClick r:id="rId5"/>
              </a:rPr>
              <a:t>   [19]</a:t>
            </a:r>
            <a:endParaRPr lang="en-US" sz="6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Deck List – Nonland Cards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Rescue Skiff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Susurian Dirgecraft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Wurmwall Sweeper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Uthros Scanship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Pinnacle Kill‑Ship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Fell Gravship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Galvanizing Sawship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Sledge‑Class Seedship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Atmospheric Greenhouse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Debris Field Crusher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Specimen Freighter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The Seriema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Synthesizer Labship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Larval Scoutlander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Dawnsire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Sunstar Dreadnought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Extinguisher Battleship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Warmaker Gunship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Uthros Research Craft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Inspirit, Flagship Vessel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Lumen‑Class Frigate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9184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Entropic Battlecruiser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Exploration Broodship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Hearthhull, the Worldseed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General Ferrous Rokiric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Faeburrow Elder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Leyline of the Guildpact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 Baleful Strix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 Caesar, Legion's Emperor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Prosper, Tome‑Bound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 Coretapper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 Crystalline Crawler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 Empowered Autogenerator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 Hangarback Walker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 Insight Engine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 Lux Artillery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 Lux Cannon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 Resourceful Defense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39. Thrummingbird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40. Titan Forge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41. Darksteel Reactor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42. Deepglow Skate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43. Baloth Prime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44. Korvold, Fae‑Cursed King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45. Juri, Master of the Revue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46. Titania, Protector of Argoth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47. The Gitrog Monster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48. Moraug, Fury of Akoum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49. Cultivate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50. Farseek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51. Skyshroud Claim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52. Beast Within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53. Chaos Warp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54. Blasphemous Act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55. Putrefy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56. Binding the Old Gods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57. Rampaging Baloths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58. Oracle of Mul Daya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59. Splendid Reclamation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60. Tireless Tracker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61. Secure the Wastes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27432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Deck List – Lands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Command Tower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Exotic Orchard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Path of Ancestry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Spire of Industry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Nomad Outpost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Mystic Monastery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Canyon Slough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8. Cinder Glade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9. Karplusan Forest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10. Llanowar Wastes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11. Sulfurous Springs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12. Twilight Mire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13. Smoldering Marsh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29184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14. Clifftop Retreat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15. Dragonskull Summit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 Isolated Chapel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17. Tainted Field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18. Tainted Peak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 Terramorphic Expanse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 Evolving Wilds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21. Fabled Passage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22. Myriad Landscape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23. Bojuka Bog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24. Plains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25. Plains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 Plains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126480" y="1371600"/>
            <a:ext cx="25603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27. Island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28. Island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29. Island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30. Swamp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31. Swamp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32. Swamp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33. Mountain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34. Mountain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35. Mountain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36. Forest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37. Forest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30A1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38. Forest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2025-08-05T10:03:16Z</dcterms:created>
  <dcterms:modified xsi:type="dcterms:W3CDTF">2025-08-05T10:03:16Z</dcterms:modified>
</cp:coreProperties>
</file>